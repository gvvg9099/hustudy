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75" r:id="rId2"/>
    <p:sldId id="276" r:id="rId3"/>
    <p:sldId id="257" r:id="rId4"/>
    <p:sldId id="265" r:id="rId5"/>
    <p:sldId id="261" r:id="rId6"/>
    <p:sldId id="266" r:id="rId7"/>
    <p:sldId id="270" r:id="rId8"/>
    <p:sldId id="267" r:id="rId9"/>
    <p:sldId id="271" r:id="rId10"/>
    <p:sldId id="272" r:id="rId11"/>
    <p:sldId id="273" r:id="rId12"/>
    <p:sldId id="274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125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4294967295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</p:spPr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6E8B-CA6C-55F9-B624-AB2BC25AF2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On-screen Show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Vu Truong Giang 202414990</cp:lastModifiedBy>
  <cp:revision>13</cp:revision>
  <dcterms:created xsi:type="dcterms:W3CDTF">2021-05-28T04:32:29Z</dcterms:created>
  <dcterms:modified xsi:type="dcterms:W3CDTF">2026-06-26T14:46:55Z</dcterms:modified>
</cp:coreProperties>
</file>